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99" r:id="rId3"/>
    <p:sldId id="265" r:id="rId4"/>
    <p:sldId id="270" r:id="rId5"/>
    <p:sldId id="271" r:id="rId6"/>
    <p:sldId id="272" r:id="rId7"/>
    <p:sldId id="273" r:id="rId8"/>
    <p:sldId id="274" r:id="rId9"/>
    <p:sldId id="275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06/07/2026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83" r:id="rId3"/>
    <p:sldLayoutId id="2147483679" r:id="rId4"/>
    <p:sldLayoutId id="2147483680" r:id="rId5"/>
    <p:sldLayoutId id="2147483681" r:id="rId6"/>
    <p:sldLayoutId id="2147483682" r:id="rId7"/>
    <p:sldLayoutId id="214748367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60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NFT Fractional Marketplace</a:t>
            </a:r>
            <a:br>
              <a:rPr lang="en-US" sz="360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</a:br>
            <a:endParaRPr lang="en-US" sz="360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004603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Group 3</a:t>
            </a:r>
            <a:endParaRPr lang="en-US" sz="2800" b="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  <a:p>
            <a:r>
              <a:rPr lang="en-US" sz="2800" b="0" dirty="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C55CB-788A-45DB-29EF-82A2F2B9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9641EB-3F52-C59E-37F4-6EAB6A76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EF4066-0DA5-ACB4-0D1E-853C3B34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What Is This Project?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3B30C-48AA-F2AE-92A6-7FED94FA27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An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NFT Marketplace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with automatic royalty splitting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Royalties can be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split among multiple receivers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at minting time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Example: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Artist 70% + Platform 20% + Investor 10%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Built with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two Solidity smart contracts</a:t>
            </a:r>
          </a:p>
        </p:txBody>
      </p:sp>
    </p:spTree>
    <p:extLst>
      <p:ext uri="{BB962C8B-B14F-4D97-AF65-F5344CB8AC3E}">
        <p14:creationId xmlns:p14="http://schemas.microsoft.com/office/powerpoint/2010/main" val="282022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Two Smart Contracts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FractionalRoyaltyNFT.sol</a:t>
            </a:r>
            <a:endParaRPr lang="en-US"/>
          </a:p>
          <a:p>
            <a:pPr lvl="0"/>
            <a:r>
              <a:rPr lang="en-US"/>
              <a:t>ERC-721 NFT + EIP-2981 Royalty Standard</a:t>
            </a:r>
          </a:p>
          <a:p>
            <a:pPr lvl="0"/>
            <a:r>
              <a:rPr lang="en-US"/>
              <a:t>Stores multiple royalty receivers per token</a:t>
            </a:r>
          </a:p>
          <a:p>
            <a:pPr marL="0" indent="0">
              <a:buNone/>
            </a:pPr>
            <a:r>
              <a:rPr lang="en-US" b="1"/>
              <a:t>NFTMarketplace.sol</a:t>
            </a:r>
            <a:endParaRPr lang="en-US"/>
          </a:p>
          <a:p>
            <a:pPr lvl="0"/>
            <a:r>
              <a:rPr lang="en-US"/>
              <a:t>Handles listing, buying, and royalty distribution</a:t>
            </a:r>
          </a:p>
          <a:p>
            <a:pPr lvl="0"/>
            <a:r>
              <a:rPr lang="en-US"/>
              <a:t>Uses pull-payment pattern for security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BBB23-40E2-2D38-9EA7-C1F9DDBF5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162967-C3C7-23ED-A532-869C1DEE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943D83-11D1-AF89-DFEF-172ABE61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Tech Requirement 1 — Advanced ERC-721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E9D74-F5B8-CCFA-2439-4FEF1BB371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Extends OpenZeppelin's ERC-721 with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EIP-2981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Custom RoyaltyReceiver struct stores [address, share] per token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Input validation: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total shares must = 10000 (100%)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royaltyInfo()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returns 10% flat fee;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getRoyaltyReceivers()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returns per-receiver breakdown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Backward compatible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with standard EIP-2981 marketplaces</a:t>
            </a:r>
          </a:p>
        </p:txBody>
      </p:sp>
    </p:spTree>
    <p:extLst>
      <p:ext uri="{BB962C8B-B14F-4D97-AF65-F5344CB8AC3E}">
        <p14:creationId xmlns:p14="http://schemas.microsoft.com/office/powerpoint/2010/main" val="638486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66C02-9361-C5E5-55D6-305958E3F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F39971-D0CF-6AD6-7C7B-F80E7875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286BA7-0167-F673-B5A0-9274A2B9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Tech Requirement 2 — Pull-Payment Splitter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F5ACF-1D1D-AC23-C15A-40C485E672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Goal: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Distribute ETH to seller + multiple royalty receivers safely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Problem with push payments: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Reentrancy attacks, Out-of-Gas errors, failed transfers revert entire sale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Solution — Pull-Payment (Claim-Based):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Track balances in accruedBalances mapping instead of sending ETH directly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Users call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withdrawPayments()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to claim funds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Check-Effects-Interactions + ReentrancyGuard for protection</a:t>
            </a:r>
          </a:p>
        </p:txBody>
      </p:sp>
    </p:spTree>
    <p:extLst>
      <p:ext uri="{BB962C8B-B14F-4D97-AF65-F5344CB8AC3E}">
        <p14:creationId xmlns:p14="http://schemas.microsoft.com/office/powerpoint/2010/main" val="4025249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36AD5-FE5A-91E2-D458-4380B69F0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6CCD4F-D411-57F9-BC7D-306FC7040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597A27-7987-3326-89B2-A47D13A2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Tech Requirement 3 — Atomic Swaps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66BA5-9B9C-BC23-CA1E-0529879036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Everything in buyNFT() happens in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one atomic transaction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All steps succeed together OR the entire transaction reverts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Flow: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Validate → Deactivate listing → Calculate royalties → Update balances → Transfer NFT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No scenario where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ETH is taken but NFT is not sent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(or vice versa)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Listing deactivated BEFORE external call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prevents double-selling</a:t>
            </a:r>
          </a:p>
        </p:txBody>
      </p:sp>
    </p:spTree>
    <p:extLst>
      <p:ext uri="{BB962C8B-B14F-4D97-AF65-F5344CB8AC3E}">
        <p14:creationId xmlns:p14="http://schemas.microsoft.com/office/powerpoint/2010/main" val="19635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0A39A-0406-B6CA-9F8D-21D2142D0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7AB2B2-0E56-C1B8-CEA7-2FF619DEC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5566F9-98FA-5E54-F1FE-1CB3F070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Full Workflow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6E42E-48A3-AF6F-3EAA-713F7DD59E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Step 1: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Owner mints NFT with multi-receiver royalties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Step 2: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Owner approves marketplace to transfer NFT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Step 3: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Owner lists NFT for sale at a price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Step 4: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Buyer sends ETH → contract splits royalties into accruedBalances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Step 5: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Seller and royalty receivers withdraw funds separately</a:t>
            </a:r>
          </a:p>
        </p:txBody>
      </p:sp>
    </p:spTree>
    <p:extLst>
      <p:ext uri="{BB962C8B-B14F-4D97-AF65-F5344CB8AC3E}">
        <p14:creationId xmlns:p14="http://schemas.microsoft.com/office/powerpoint/2010/main" val="339502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08788-FF89-5359-AD05-2913F4A3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92E6C0-6420-4C90-7813-36BDC8BA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38A177-4A50-F607-93C5-60D7313E8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Security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AE911-BC77-8945-562E-EEF4193F18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Reentrancy: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 Check-Effects-Interactions + nonReentrant modifier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Gas: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Pull-payment avoids OOG — no ETH sends during sale, only storage updates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Input validation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at every function (shares=10000, price&gt;0, owner check, balance&gt;0)</a:t>
            </a:r>
          </a:p>
          <a:p>
            <a:pPr lvl="0"/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Deactivated listings </a:t>
            </a:r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cannot be bought twice</a:t>
            </a:r>
          </a:p>
        </p:txBody>
      </p:sp>
    </p:spTree>
    <p:extLst>
      <p:ext uri="{BB962C8B-B14F-4D97-AF65-F5344CB8AC3E}">
        <p14:creationId xmlns:p14="http://schemas.microsoft.com/office/powerpoint/2010/main" val="2366877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907B4-0C3F-040C-FD6E-8181A8AE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433A70-44CF-F189-461D-F85A9851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FA8CA5-CE44-BEA0-1CE2-A38A3089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Tech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D5273-D19F-DD24-E1FE-8CBC4E946F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Smart Contracts: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Solidity 0.8.30 + OpenZeppelin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Development Framework: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Hardhat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Blockchain Interaction: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Ethers.js (v6)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Frontend: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HTML + CSS + Vanilla JS</a:t>
            </a:r>
          </a:p>
          <a:p>
            <a:pPr lvl="0"/>
            <a:r>
              <a:rPr lang="en-US" b="1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Local Testing: </a:t>
            </a:r>
            <a:r>
              <a:rPr lang="en-US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Hardhat Node + MetaMask</a:t>
            </a:r>
          </a:p>
        </p:txBody>
      </p:sp>
    </p:spTree>
    <p:extLst>
      <p:ext uri="{BB962C8B-B14F-4D97-AF65-F5344CB8AC3E}">
        <p14:creationId xmlns:p14="http://schemas.microsoft.com/office/powerpoint/2010/main" val="3008744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THANK YOU!</a:t>
            </a:r>
            <a:endParaRPr lang="en-US" sz="4800" dirty="0"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</TotalTime>
  <Words>409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Google Sans Flex</vt:lpstr>
      <vt:lpstr>Lato</vt:lpstr>
      <vt:lpstr>Office Theme</vt:lpstr>
      <vt:lpstr>PowerPoint Presentation</vt:lpstr>
      <vt:lpstr>What Is This Project?</vt:lpstr>
      <vt:lpstr>Two Smart Contracts</vt:lpstr>
      <vt:lpstr>Tech Requirement 1 — Advanced ERC-721</vt:lpstr>
      <vt:lpstr>Tech Requirement 2 — Pull-Payment Splitter</vt:lpstr>
      <vt:lpstr>Tech Requirement 3 — Atomic Swaps</vt:lpstr>
      <vt:lpstr>Full Workflow</vt:lpstr>
      <vt:lpstr>Security Features</vt:lpstr>
      <vt:lpstr>Tech Stack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suthatnonao</cp:lastModifiedBy>
  <cp:revision>121</cp:revision>
  <dcterms:created xsi:type="dcterms:W3CDTF">2021-05-28T04:32:29Z</dcterms:created>
  <dcterms:modified xsi:type="dcterms:W3CDTF">2026-06-07T09:17:49Z</dcterms:modified>
</cp:coreProperties>
</file>